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69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Battleship Software Solution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87000" y="6615684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9FF"/>
                </a:solidFill>
              </a:rPr>
              <a:t>Part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4625" y="609600"/>
            <a:ext cx="5126181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/>
              <a:t>Part 2: User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64208"/>
            <a:ext cx="5852160" cy="1428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Acceptance criteria for a software version of Battleship</a:t>
            </a:r>
          </a:p>
        </p:txBody>
      </p:sp>
      <p:sp>
        <p:nvSpPr>
          <p:cNvPr id="5" name="Shape 3"/>
          <p:cNvSpPr/>
          <p:nvPr/>
        </p:nvSpPr>
        <p:spPr>
          <a:xfrm>
            <a:off x="7906789" y="1335025"/>
            <a:ext cx="3246120" cy="3913078"/>
          </a:xfrm>
          <a:prstGeom prst="roundRect">
            <a:avLst>
              <a:gd name="adj" fmla="val 2254"/>
            </a:avLst>
          </a:prstGeom>
          <a:solidFill>
            <a:srgbClr val="EAF2FB"/>
          </a:solidFill>
          <a:ln w="12700">
            <a:solidFill>
              <a:srgbClr val="C7D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335024"/>
            <a:ext cx="25090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/>
              <a:t>Design priorities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0" y="2148840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41080" y="1975103"/>
            <a:ext cx="2103120" cy="56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Rule-based ship placement</a:t>
            </a:r>
          </a:p>
        </p:txBody>
      </p:sp>
      <p:sp>
        <p:nvSpPr>
          <p:cNvPr id="9" name="Shape 7"/>
          <p:cNvSpPr/>
          <p:nvPr/>
        </p:nvSpPr>
        <p:spPr>
          <a:xfrm>
            <a:off x="8229600" y="2807208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624327"/>
            <a:ext cx="2103120" cy="578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Clear turn-by-turn targeting</a:t>
            </a:r>
          </a:p>
        </p:txBody>
      </p:sp>
      <p:sp>
        <p:nvSpPr>
          <p:cNvPr id="11" name="Shape 9"/>
          <p:cNvSpPr/>
          <p:nvPr/>
        </p:nvSpPr>
        <p:spPr>
          <a:xfrm>
            <a:off x="8229600" y="3465576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3282696"/>
            <a:ext cx="2103120" cy="679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Automatic tracking of hits, misses, and sunk ships</a:t>
            </a:r>
          </a:p>
        </p:txBody>
      </p:sp>
      <p:sp>
        <p:nvSpPr>
          <p:cNvPr id="13" name="Shape 11"/>
          <p:cNvSpPr/>
          <p:nvPr/>
        </p:nvSpPr>
        <p:spPr>
          <a:xfrm>
            <a:off x="8229600" y="4123944"/>
            <a:ext cx="310896" cy="201168"/>
          </a:xfrm>
          <a:prstGeom prst="roundRect">
            <a:avLst>
              <a:gd name="adj" fmla="val 22727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4096511"/>
            <a:ext cx="2103120" cy="697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Simple interface for new users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661" y="777101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Stories </a:t>
            </a:r>
            <a:r>
              <a:rPr lang="en-US" sz="2800" b="1" dirty="0" smtClean="0">
                <a:solidFill>
                  <a:srgbClr val="0B1F3A"/>
                </a:solidFill>
              </a:rPr>
              <a:t>1–3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412480" cy="449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Players need a reliable setup, hidden information, and a way to attack.</a:t>
            </a:r>
          </a:p>
        </p:txBody>
      </p:sp>
      <p:sp>
        <p:nvSpPr>
          <p:cNvPr id="4" name="Shape 2"/>
          <p:cNvSpPr/>
          <p:nvPr/>
        </p:nvSpPr>
        <p:spPr>
          <a:xfrm>
            <a:off x="10195560" y="786384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7F1FC"/>
          </a:solidFill>
          <a:ln w="12700">
            <a:solidFill>
              <a:srgbClr val="BFD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850392"/>
            <a:ext cx="1234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AA8"/>
                </a:solidFill>
              </a:rPr>
              <a:t>PLAYER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6916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1614" y="1792224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94262" y="1819655"/>
            <a:ext cx="2829098" cy="145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to place my ships on my grid so that I can prepare my fleet before the game starts.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269672"/>
            <a:ext cx="3200400" cy="2820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/>
              <a:t>•</a:t>
            </a:r>
            <a:r>
              <a:rPr lang="en-US" sz="1600" b="1" dirty="0">
                <a:solidFill>
                  <a:srgbClr val="1E5AA8"/>
                </a:solidFill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placement grid is available before play begins.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Ships must stay within grid boundaries.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Ships cannot overlap.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Ships can be rotated horizontally or vertically.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game starts only after all required ships are placed</a:t>
            </a:r>
            <a:r>
              <a:rPr lang="en-US" sz="1400" dirty="0">
                <a:solidFill>
                  <a:srgbClr val="2A4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4454" y="1691640"/>
            <a:ext cx="3657600" cy="456257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9684" y="175564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9214" y="1755648"/>
            <a:ext cx="8082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06340" y="1819655"/>
            <a:ext cx="2839212" cy="11507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my ship positions hidden from my opponent so that the game remains fair and strategic</a:t>
            </a:r>
            <a:r>
              <a:rPr lang="en-US" sz="1550" b="1" dirty="0"/>
              <a:t>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3081250"/>
            <a:ext cx="3200400" cy="300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player can view only their own ship grid.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Opponent ship locations remain hidden during play.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Only hit, miss, or sunk results are revealed after an attack.</a:t>
            </a:r>
          </a:p>
        </p:txBody>
      </p:sp>
      <p:sp>
        <p:nvSpPr>
          <p:cNvPr id="16" name="Shape 14"/>
          <p:cNvSpPr/>
          <p:nvPr/>
        </p:nvSpPr>
        <p:spPr>
          <a:xfrm>
            <a:off x="8137052" y="1691640"/>
            <a:ext cx="3456432" cy="4606776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06740" y="1773936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C64D1C"/>
          </a:solidFill>
          <a:ln w="12700">
            <a:solidFill>
              <a:srgbClr val="C64D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755648"/>
            <a:ext cx="512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8492" y="1819655"/>
            <a:ext cx="2678084" cy="17104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to select target coordinates on the opponent’s grid so that I can attempt to hit enemy ships</a:t>
            </a:r>
            <a:r>
              <a:rPr lang="en-US" sz="1550" b="1" dirty="0">
                <a:solidFill>
                  <a:srgbClr val="123155"/>
                </a:solidFill>
              </a:rPr>
              <a:t>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67344" y="3081250"/>
            <a:ext cx="2999232" cy="300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One coordinate can be selected per turn.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checks whether the shot is a hit or miss.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result appears immediately.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selected coordinate is recorded on the tracking grid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6409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Stories </a:t>
            </a:r>
            <a:r>
              <a:rPr lang="en-US" sz="2800" b="1" dirty="0" smtClean="0">
                <a:solidFill>
                  <a:srgbClr val="0B1F3A"/>
                </a:solidFill>
              </a:rPr>
              <a:t>4–6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7784" y="1146879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should reduce player error and keep the game state clear</a:t>
            </a:r>
            <a:r>
              <a:rPr lang="en-US" sz="1500" dirty="0">
                <a:solidFill>
                  <a:srgbClr val="395B84"/>
                </a:solidFill>
              </a:rPr>
              <a:t>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74980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7F1FC"/>
          </a:solidFill>
          <a:ln w="12700">
            <a:solidFill>
              <a:srgbClr val="BFD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850392"/>
            <a:ext cx="1234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AA8"/>
                </a:solidFill>
              </a:rPr>
              <a:t>PLAYER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" y="16916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5623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7B3FA1"/>
          </a:solidFill>
          <a:ln w="12700">
            <a:solidFill>
              <a:srgbClr val="7B3F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5296" y="1819656"/>
            <a:ext cx="2962656" cy="13613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to see my previous hits and misses so that I do not waste turns repeating guesses.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9476" y="3286298"/>
            <a:ext cx="3363884" cy="2803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prior shots are marked on the opponent tracking grid.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Hit locations and miss locations are visually distinct.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previously selected coordinate cannot be chosen again.</a:t>
            </a:r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5424" y="185623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D14A77"/>
          </a:solidFill>
          <a:ln w="12700">
            <a:solidFill>
              <a:srgbClr val="D14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8745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48071" y="1819656"/>
            <a:ext cx="2815521" cy="12172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the system to announce when a ship has been sunk so that I know my progress toward winning.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45152" y="3286298"/>
            <a:ext cx="3200400" cy="2803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Damage is tracked for each ship.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every space of a ship is hit, the system announces it as sunk.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Fleet status updates after each successful hit.</a:t>
            </a:r>
          </a:p>
        </p:txBody>
      </p:sp>
      <p:sp>
        <p:nvSpPr>
          <p:cNvPr id="16" name="Shape 14"/>
          <p:cNvSpPr/>
          <p:nvPr/>
        </p:nvSpPr>
        <p:spPr>
          <a:xfrm>
            <a:off x="8193024" y="1708542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185623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276FB7"/>
          </a:solidFill>
          <a:ln w="12700">
            <a:solidFill>
              <a:srgbClr val="276F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87452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0264" y="1819656"/>
            <a:ext cx="2540092" cy="12172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turns to alternate automatically so that gameplay follows the rules correctly.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02752" y="3181004"/>
            <a:ext cx="3163824" cy="290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Only one player can act at a time.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one shot is completed, control passes to the other player.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interface clearly indicates whose turn it is.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Stories </a:t>
            </a:r>
            <a:r>
              <a:rPr lang="en-US" sz="2800" b="1" dirty="0" smtClean="0">
                <a:solidFill>
                  <a:srgbClr val="0B1F3A"/>
                </a:solidFill>
              </a:rPr>
              <a:t>7–8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good solution must end cleanly and stay easy for new users.</a:t>
            </a:r>
          </a:p>
        </p:txBody>
      </p:sp>
      <p:sp>
        <p:nvSpPr>
          <p:cNvPr id="4" name="Shape 2"/>
          <p:cNvSpPr/>
          <p:nvPr/>
        </p:nvSpPr>
        <p:spPr>
          <a:xfrm>
            <a:off x="10195560" y="74980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7F1FC"/>
          </a:solidFill>
          <a:ln w="12700">
            <a:solidFill>
              <a:srgbClr val="BFD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749809"/>
            <a:ext cx="1234440" cy="468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AA8"/>
                </a:solidFill>
              </a:rPr>
              <a:t>PLAYER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4049" y="1771441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94767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6596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911096"/>
            <a:ext cx="4389120" cy="12014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player, I want the game to end automatically when all ships in one fleet are sunk so that the winner is clearly identified.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017818"/>
            <a:ext cx="4892040" cy="198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checks fleet status after every turn.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one player has no remaining ships, the game ends.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winning player is displayed clearly.</a:t>
            </a:r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94767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965960"/>
            <a:ext cx="512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911095"/>
            <a:ext cx="4325112" cy="9872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As a new user, I want clear instructions and a simple interface so that I can learn and play the game easily.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3591098"/>
            <a:ext cx="4828032" cy="240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start screen provides brief instructions.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player grid and opponent tracking grid are labeled clearly.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Feedback such as “hit,” “miss,” and “ship sunk” is easy to understand.
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Basic actions can be completed without confusion.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Functional Focus for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95560" y="74980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7F1FC"/>
          </a:solidFill>
          <a:ln w="12700">
            <a:solidFill>
              <a:srgbClr val="BFD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850392"/>
            <a:ext cx="1234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AA8"/>
                </a:solidFill>
              </a:rPr>
              <a:t>PLAYER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202575"/>
            <a:ext cx="5486400" cy="470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user stories point to five major design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priorities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2048256"/>
            <a:ext cx="640080" cy="365760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4942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2022764"/>
            <a:ext cx="1828800" cy="363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Valid setup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840480" y="221284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Ship placement must be rule-based and error-free.</a:t>
            </a:r>
          </a:p>
        </p:txBody>
      </p:sp>
      <p:sp>
        <p:nvSpPr>
          <p:cNvPr id="11" name="Shape 9"/>
          <p:cNvSpPr/>
          <p:nvPr/>
        </p:nvSpPr>
        <p:spPr>
          <a:xfrm>
            <a:off x="896112" y="290779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8094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783080" y="2916936"/>
            <a:ext cx="1828800" cy="48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Hidden information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840480" y="2930236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Players should never see the opponent’s fleet layout.</a:t>
            </a:r>
          </a:p>
        </p:txBody>
      </p:sp>
      <p:sp>
        <p:nvSpPr>
          <p:cNvPr id="15" name="Shape 13"/>
          <p:cNvSpPr/>
          <p:nvPr/>
        </p:nvSpPr>
        <p:spPr>
          <a:xfrm>
            <a:off x="896112" y="363931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67588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83080" y="3630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Move tracking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3840480" y="3639312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must record hits, misses, and repeated selections.</a:t>
            </a:r>
          </a:p>
        </p:txBody>
      </p:sp>
      <p:sp>
        <p:nvSpPr>
          <p:cNvPr id="19" name="Shape 17"/>
          <p:cNvSpPr/>
          <p:nvPr/>
        </p:nvSpPr>
        <p:spPr>
          <a:xfrm>
            <a:off x="896112" y="4352544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89120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783080" y="4278284"/>
            <a:ext cx="1828800" cy="47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Game state updates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3840480" y="4352544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Turns, sunk ships, and fleet status should update automatically.</a:t>
            </a:r>
          </a:p>
        </p:txBody>
      </p:sp>
      <p:sp>
        <p:nvSpPr>
          <p:cNvPr id="23" name="Shape 21"/>
          <p:cNvSpPr/>
          <p:nvPr/>
        </p:nvSpPr>
        <p:spPr>
          <a:xfrm>
            <a:off x="896112" y="506577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10235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5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83080" y="5056631"/>
            <a:ext cx="1828800" cy="507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Clear completion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3840480" y="5065776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winner should be announced as soon as the final ship is sunk.</a:t>
            </a: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6540"/>
            <a:ext cx="22860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455</Words>
  <Application>Microsoft Office PowerPoint</Application>
  <PresentationFormat>Widescreen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Battleship Software Solution – Part 2</dc:title>
  <dc:subject>User stories and acceptance criteria</dc:subject>
  <dc:creator>OpenAI</dc:creator>
  <cp:lastModifiedBy>User</cp:lastModifiedBy>
  <cp:revision>7</cp:revision>
  <dcterms:created xsi:type="dcterms:W3CDTF">2026-03-23T18:40:51Z</dcterms:created>
  <dcterms:modified xsi:type="dcterms:W3CDTF">2026-03-23T22:25:56Z</dcterms:modified>
</cp:coreProperties>
</file>